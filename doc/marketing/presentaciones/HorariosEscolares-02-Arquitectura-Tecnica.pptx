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664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800" kern="0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TÉCNICA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HorariosEscolares — Angular 20 · .NET 8 · Supabase · Vercel · Railway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01752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4ECDC4">
              <a:alpha val="2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175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84832" y="301752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4ECDC4">
              <a:alpha val="2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4832" y="30175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03904" y="301752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4ECDC4">
              <a:alpha val="2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3904" y="30175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Zoneless PWA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22976" y="301752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4ECDC4">
              <a:alpha val="2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2976" y="30175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Engine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42048" y="3017520"/>
            <a:ext cx="1572768" cy="347472"/>
          </a:xfrm>
          <a:prstGeom prst="roundRect">
            <a:avLst>
              <a:gd name="adj" fmla="val 13158"/>
            </a:avLst>
          </a:prstGeom>
          <a:solidFill>
            <a:srgbClr val="4ECDC4">
              <a:alpha val="2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2048" y="30175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Multi-tenant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Driven Development · Constitución v1.1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8404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45720" cy="7498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17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Angular 20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Zoneless · Signals · Standalone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31720"/>
            <a:ext cx="45720" cy="7498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865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FullCalendar · DataTable · Forms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200400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200400"/>
            <a:ext cx="45720" cy="7498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552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@angular/pwa · Instalable en móvil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069080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4069080"/>
            <a:ext cx="45720" cy="7498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239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SignalR Client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de generación en tiempo real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1005840"/>
            <a:ext cx="27432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1463040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1463040"/>
            <a:ext cx="4572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1517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.NET 8 API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18288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API · Vertical Slice Arch.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2331720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331720"/>
            <a:ext cx="4572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23865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29000" y="26974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+ Constraint Propagation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3200400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0" y="3200400"/>
            <a:ext cx="4572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32552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SignalR Hub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29000" y="35661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de generación async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91840" y="4069080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91840" y="4069080"/>
            <a:ext cx="4572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9000" y="41239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Hangfire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29000" y="44348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de generación en background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63640" y="1005840"/>
            <a:ext cx="2743200" cy="38404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63640" y="1463040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63640" y="1463040"/>
            <a:ext cx="45720" cy="74980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15179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00800" y="18288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Auth · RLS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63640" y="2331720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263640" y="2331720"/>
            <a:ext cx="45720" cy="74980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23865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400800" y="26974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CDN · CI/CD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63640" y="3200400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63640" y="3200400"/>
            <a:ext cx="45720" cy="74980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32552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Railway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00800" y="35661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Docker · Free tier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63640" y="4069080"/>
            <a:ext cx="27432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63640" y="4069080"/>
            <a:ext cx="45720" cy="74980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0" y="41239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Cloudflare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400800" y="44348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· CDN · DDoS Protection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HorariosEscolares · Arquitectura Técnica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 despliegue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097280" cy="1097280"/>
          </a:xfrm>
          <a:prstGeom prst="ellipse">
            <a:avLst/>
          </a:prstGeom>
          <a:solidFill>
            <a:srgbClr val="162E4A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920240"/>
            <a:ext cx="73152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280160" y="1810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03120" y="1417320"/>
            <a:ext cx="1737360" cy="82296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14904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Cloudflare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· CDN · DDoS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1828800"/>
            <a:ext cx="64008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703320" y="1719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80560" y="1417320"/>
            <a:ext cx="1828800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1490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 PWA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64008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172200" y="1719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49440" y="1417320"/>
            <a:ext cx="192024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14904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Railway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API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09560" y="2240280"/>
            <a:ext cx="0" cy="960120"/>
          </a:xfrm>
          <a:prstGeom prst="line">
            <a:avLst/>
          </a:prstGeom>
          <a:noFill/>
          <a:ln w="19050">
            <a:solidFill>
              <a:srgbClr val="4ECDC4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452360" y="26106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58000" y="3200400"/>
            <a:ext cx="210312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0" y="3273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Auth · RLS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Coste piloto: ~8€/año (solo dominio)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SSL automático en todos los endpoints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CI/CD: push a main → deploy automático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RLS garantiza aislamiento entre colegios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HorariosEscolares · Arquitectura Técnica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de generación — Backtracking + Constraints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06424"/>
            <a:ext cx="502920" cy="50292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06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" y="1609344"/>
            <a:ext cx="0" cy="265176"/>
          </a:xfrm>
          <a:prstGeom prst="line">
            <a:avLst/>
          </a:prstGeom>
          <a:noFill/>
          <a:ln w="12700">
            <a:solidFill>
              <a:srgbClr val="4ECDC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005840" y="10881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Priorizar sesiones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807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 y aulas específicas primero (fail-first heuristic)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502920" cy="50292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" y="2377440"/>
            <a:ext cx="0" cy="265176"/>
          </a:xfrm>
          <a:prstGeom prst="line">
            <a:avLst/>
          </a:prstGeom>
          <a:noFill/>
          <a:ln w="12700">
            <a:solidFill>
              <a:srgbClr val="4ECDC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005840" y="18562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Candidatos por slot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sesión: filtrar día×franja por hard constraints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642616"/>
            <a:ext cx="502920" cy="50292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" y="3145536"/>
            <a:ext cx="0" cy="265176"/>
          </a:xfrm>
          <a:prstGeom prst="line">
            <a:avLst/>
          </a:prstGeom>
          <a:noFill/>
          <a:ln w="12700">
            <a:solidFill>
              <a:srgbClr val="4ECDC4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005840" y="2624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Ordenar por penalización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9169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constraints calculan penalización. Mejor slot primero.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410712"/>
            <a:ext cx="502920" cy="50292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" y="3913632"/>
            <a:ext cx="0" cy="265176"/>
          </a:xfrm>
          <a:prstGeom prst="line">
            <a:avLst/>
          </a:prstGeom>
          <a:noFill/>
          <a:ln w="12700">
            <a:solidFill>
              <a:srgbClr val="4ECDC4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005840" y="33924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Asignar o backtrack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6850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candidatos → deshacer asignación anterior y probar otra.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178808"/>
            <a:ext cx="502920" cy="502920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160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Timeout → solución parcial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453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agota el tiempo, devuelve lo mejor encontrado + conflictos explicados.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1005840"/>
            <a:ext cx="3931920" cy="3931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6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Tipos de Constraints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0" y="160020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1600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no duplicado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2212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no duplicada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2505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profesor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2798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Máx. sesiones consecutivas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0" y="318211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182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3502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mates en último tramo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 por días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0" y="4087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profesor equilibrada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0" y="4617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OR-Tools (Google) para casos complejos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HorariosEscolares · Arquitectura Técnica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Driven Development — Plan de entregas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65960" cy="34747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 · Sem.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1965960" cy="3291840"/>
          </a:xfrm>
          <a:prstGeom prst="rect">
            <a:avLst/>
          </a:prstGeom>
          <a:solidFill>
            <a:srgbClr val="162E4A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447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Infraestructura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8105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SPEC-001 a 004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Angular 20 + Vercel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API + Railway + Docker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1272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schema + RLS + Auth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005840"/>
            <a:ext cx="1965960" cy="34747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0058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1-2 · Sem. 1-3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1353312"/>
            <a:ext cx="1965960" cy="3291840"/>
          </a:xfrm>
          <a:prstGeom prst="rect">
            <a:avLst/>
          </a:prstGeom>
          <a:solidFill>
            <a:srgbClr val="162E4A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4447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+ Config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18105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SPEC-010 a 026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06040" y="21762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magic link + Google OAuth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wizard 15 minutos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31272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colegios, profesores, grupos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19659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0058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Sem. 3-5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353312"/>
            <a:ext cx="1965960" cy="3291840"/>
          </a:xfrm>
          <a:prstGeom prst="rect">
            <a:avLst/>
          </a:prstGeom>
          <a:solidFill>
            <a:srgbClr val="162E4A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4447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00600" y="18105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SPEC-030 a 036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21762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engine v1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+ Soft constraints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1272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 en lenguaje natural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03720" y="1005840"/>
            <a:ext cx="1965960" cy="34747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0058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4-5 · Sem. 5-7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03720" y="1353312"/>
            <a:ext cx="1965960" cy="3291840"/>
          </a:xfrm>
          <a:prstGeom prst="rect">
            <a:avLst/>
          </a:prstGeom>
          <a:solidFill>
            <a:srgbClr val="162E4A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14447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+ Export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18105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SPEC-040 a 052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95160" y="21762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'Mi horario' mobile first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95160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por grupo/profesor/aula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95160" y="312724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individual y colegio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specs documentadas · Constitución v1.1 · Angular 20 Zoneless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HorariosEscolares · Arquitectura Técnica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HorariosEscolares — Arquitectura Técnica</dc:title>
  <dc:subject>PptxGenJS Presentation</dc:subject>
  <dc:creator>PptxGenJS</dc:creator>
  <cp:lastModifiedBy>PptxGenJS</cp:lastModifiedBy>
  <cp:revision>1</cp:revision>
  <dcterms:created xsi:type="dcterms:W3CDTF">2026-05-29T22:14:28Z</dcterms:created>
  <dcterms:modified xsi:type="dcterms:W3CDTF">2026-05-29T22:14:28Z</dcterms:modified>
</cp:coreProperties>
</file>